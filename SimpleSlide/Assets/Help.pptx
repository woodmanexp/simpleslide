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80" d="100"/>
          <a:sy n="80" d="100"/>
        </p:scale>
        <p:origin x="37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B0B451-328C-4D72-B7AE-C87C5288DBB2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CAFAAD-E51B-458C-A326-FFC428E03A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61428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B0B451-328C-4D72-B7AE-C87C5288DBB2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CAFAAD-E51B-458C-A326-FFC428E03A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82344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B0B451-328C-4D72-B7AE-C87C5288DBB2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CAFAAD-E51B-458C-A326-FFC428E03A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63866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B0B451-328C-4D72-B7AE-C87C5288DBB2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CAFAAD-E51B-458C-A326-FFC428E03A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18077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B0B451-328C-4D72-B7AE-C87C5288DBB2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CAFAAD-E51B-458C-A326-FFC428E03A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77670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B0B451-328C-4D72-B7AE-C87C5288DBB2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CAFAAD-E51B-458C-A326-FFC428E03A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90560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B0B451-328C-4D72-B7AE-C87C5288DBB2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CAFAAD-E51B-458C-A326-FFC428E03A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2873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B0B451-328C-4D72-B7AE-C87C5288DBB2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CAFAAD-E51B-458C-A326-FFC428E03A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33693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B0B451-328C-4D72-B7AE-C87C5288DBB2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CAFAAD-E51B-458C-A326-FFC428E03A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96262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B0B451-328C-4D72-B7AE-C87C5288DBB2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CAFAAD-E51B-458C-A326-FFC428E03A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80707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B0B451-328C-4D72-B7AE-C87C5288DBB2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CAFAAD-E51B-458C-A326-FFC428E03A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02425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B0B451-328C-4D72-B7AE-C87C5288DBB2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CAFAAD-E51B-458C-A326-FFC428E03A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11413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470846" y="673770"/>
            <a:ext cx="22110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Up arrow – Speed up </a:t>
            </a:r>
            <a:endParaRPr lang="en-US" dirty="0"/>
          </a:p>
        </p:txBody>
      </p:sp>
      <p:sp>
        <p:nvSpPr>
          <p:cNvPr id="5" name="Down Arrow 4"/>
          <p:cNvSpPr/>
          <p:nvPr/>
        </p:nvSpPr>
        <p:spPr>
          <a:xfrm rot="10800000">
            <a:off x="893306" y="601580"/>
            <a:ext cx="324852" cy="513711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1470846" y="1355566"/>
            <a:ext cx="26427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Down arrow – Slow down </a:t>
            </a:r>
            <a:endParaRPr lang="en-US" dirty="0"/>
          </a:p>
        </p:txBody>
      </p:sp>
      <p:sp>
        <p:nvSpPr>
          <p:cNvPr id="7" name="Down Arrow 6"/>
          <p:cNvSpPr/>
          <p:nvPr/>
        </p:nvSpPr>
        <p:spPr>
          <a:xfrm>
            <a:off x="901322" y="1283376"/>
            <a:ext cx="324852" cy="513711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1470846" y="1969175"/>
            <a:ext cx="20394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Right arrow – Next  </a:t>
            </a:r>
            <a:endParaRPr lang="en-US" dirty="0"/>
          </a:p>
        </p:txBody>
      </p:sp>
      <p:sp>
        <p:nvSpPr>
          <p:cNvPr id="9" name="Down Arrow 8"/>
          <p:cNvSpPr/>
          <p:nvPr/>
        </p:nvSpPr>
        <p:spPr>
          <a:xfrm rot="16200000">
            <a:off x="901322" y="1896985"/>
            <a:ext cx="324852" cy="513711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1466830" y="2542687"/>
            <a:ext cx="21711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Left arrow – Previous</a:t>
            </a:r>
            <a:endParaRPr lang="en-US" dirty="0"/>
          </a:p>
        </p:txBody>
      </p:sp>
      <p:sp>
        <p:nvSpPr>
          <p:cNvPr id="11" name="Down Arrow 10"/>
          <p:cNvSpPr/>
          <p:nvPr/>
        </p:nvSpPr>
        <p:spPr>
          <a:xfrm rot="5400000">
            <a:off x="897306" y="2470497"/>
            <a:ext cx="324852" cy="513711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6694074" y="2235697"/>
            <a:ext cx="26421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or P key – Pause/Continue</a:t>
            </a:r>
            <a:endParaRPr lang="en-US" dirty="0"/>
          </a:p>
        </p:txBody>
      </p:sp>
      <p:grpSp>
        <p:nvGrpSpPr>
          <p:cNvPr id="17" name="Group 16"/>
          <p:cNvGrpSpPr/>
          <p:nvPr/>
        </p:nvGrpSpPr>
        <p:grpSpPr>
          <a:xfrm>
            <a:off x="5216701" y="2234626"/>
            <a:ext cx="1426237" cy="371475"/>
            <a:chOff x="4345906" y="1310372"/>
            <a:chExt cx="1426237" cy="371475"/>
          </a:xfrm>
        </p:grpSpPr>
        <p:pic>
          <p:nvPicPr>
            <p:cNvPr id="13" name="Picture 1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345906" y="1310372"/>
              <a:ext cx="781050" cy="371475"/>
            </a:xfrm>
            <a:prstGeom prst="rect">
              <a:avLst/>
            </a:prstGeom>
          </p:spPr>
        </p:pic>
        <p:pic>
          <p:nvPicPr>
            <p:cNvPr id="14" name="Picture 13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181593" y="1329422"/>
              <a:ext cx="590550" cy="333375"/>
            </a:xfrm>
            <a:prstGeom prst="rect">
              <a:avLst/>
            </a:prstGeom>
          </p:spPr>
        </p:pic>
      </p:grpSp>
      <p:pic>
        <p:nvPicPr>
          <p:cNvPr id="15" name="Picture 1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00142" y="2917493"/>
            <a:ext cx="1009650" cy="3810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260928" y="2905465"/>
            <a:ext cx="23919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</a:t>
            </a:r>
            <a:r>
              <a:rPr lang="en-US" dirty="0" smtClean="0"/>
              <a:t>r Ctrl-O – Select folder</a:t>
            </a:r>
            <a:endParaRPr lang="en-US" dirty="0"/>
          </a:p>
        </p:txBody>
      </p:sp>
      <p:sp>
        <p:nvSpPr>
          <p:cNvPr id="18" name="TextBox 17"/>
          <p:cNvSpPr txBox="1"/>
          <p:nvPr/>
        </p:nvSpPr>
        <p:spPr>
          <a:xfrm>
            <a:off x="5200142" y="443721"/>
            <a:ext cx="602532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SimpleSlide will show a slideshow </a:t>
            </a:r>
            <a:r>
              <a:rPr lang="en-US" dirty="0" smtClean="0"/>
              <a:t>of </a:t>
            </a:r>
            <a:r>
              <a:rPr lang="en-US" dirty="0" smtClean="0"/>
              <a:t>the image </a:t>
            </a:r>
            <a:r>
              <a:rPr lang="en-US" dirty="0" smtClean="0"/>
              <a:t>and video files </a:t>
            </a:r>
            <a:r>
              <a:rPr lang="en-US" dirty="0" smtClean="0"/>
              <a:t>in the selected folder </a:t>
            </a:r>
            <a:r>
              <a:rPr lang="en-US" dirty="0" smtClean="0"/>
              <a:t>including any </a:t>
            </a:r>
            <a:r>
              <a:rPr lang="en-US" dirty="0" smtClean="0"/>
              <a:t>in the folders under the selected folder. If SimpleSlide is stopped/exited, when it is restarted the slide show will continue from where it stopped.</a:t>
            </a:r>
            <a:endParaRPr lang="en-US" dirty="0"/>
          </a:p>
        </p:txBody>
      </p:sp>
      <p:sp>
        <p:nvSpPr>
          <p:cNvPr id="19" name="TextBox 18"/>
          <p:cNvSpPr txBox="1"/>
          <p:nvPr/>
        </p:nvSpPr>
        <p:spPr>
          <a:xfrm>
            <a:off x="1466830" y="3112006"/>
            <a:ext cx="32464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Shift + Right arrow – Next folder </a:t>
            </a:r>
            <a:endParaRPr lang="en-US" dirty="0"/>
          </a:p>
        </p:txBody>
      </p:sp>
      <p:sp>
        <p:nvSpPr>
          <p:cNvPr id="20" name="Down Arrow 19"/>
          <p:cNvSpPr/>
          <p:nvPr/>
        </p:nvSpPr>
        <p:spPr>
          <a:xfrm rot="16200000">
            <a:off x="897306" y="3039816"/>
            <a:ext cx="324852" cy="513711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/>
          <p:cNvSpPr txBox="1"/>
          <p:nvPr/>
        </p:nvSpPr>
        <p:spPr>
          <a:xfrm>
            <a:off x="1466830" y="3653426"/>
            <a:ext cx="30447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Shift + Left arrow – Prev folder</a:t>
            </a:r>
            <a:endParaRPr lang="en-US" dirty="0"/>
          </a:p>
        </p:txBody>
      </p:sp>
      <p:sp>
        <p:nvSpPr>
          <p:cNvPr id="22" name="Down Arrow 21"/>
          <p:cNvSpPr/>
          <p:nvPr/>
        </p:nvSpPr>
        <p:spPr>
          <a:xfrm rot="5400000">
            <a:off x="897306" y="3581236"/>
            <a:ext cx="324852" cy="513711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68177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1847556" y="793061"/>
            <a:ext cx="8964618" cy="4764030"/>
            <a:chOff x="1847556" y="432104"/>
            <a:chExt cx="8964618" cy="4764030"/>
          </a:xfrm>
        </p:grpSpPr>
        <p:pic>
          <p:nvPicPr>
            <p:cNvPr id="3" name="Picture 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372181" y="1661866"/>
              <a:ext cx="5039428" cy="3534268"/>
            </a:xfrm>
            <a:prstGeom prst="rect">
              <a:avLst/>
            </a:prstGeom>
          </p:spPr>
        </p:pic>
        <p:sp>
          <p:nvSpPr>
            <p:cNvPr id="5" name="TextBox 4"/>
            <p:cNvSpPr txBox="1"/>
            <p:nvPr/>
          </p:nvSpPr>
          <p:spPr>
            <a:xfrm>
              <a:off x="3145737" y="432104"/>
              <a:ext cx="174913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 smtClean="0"/>
                <a:t>Select folder</a:t>
              </a:r>
              <a:endParaRPr lang="en-US" sz="2400" dirty="0"/>
            </a:p>
          </p:txBody>
        </p:sp>
        <p:cxnSp>
          <p:nvCxnSpPr>
            <p:cNvPr id="7" name="Straight Arrow Connector 6"/>
            <p:cNvCxnSpPr>
              <a:stCxn id="5" idx="2"/>
            </p:cNvCxnSpPr>
            <p:nvPr/>
          </p:nvCxnSpPr>
          <p:spPr>
            <a:xfrm>
              <a:off x="4020304" y="893769"/>
              <a:ext cx="2040548" cy="165348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TextBox 7"/>
            <p:cNvSpPr txBox="1"/>
            <p:nvPr/>
          </p:nvSpPr>
          <p:spPr>
            <a:xfrm>
              <a:off x="8638053" y="2547257"/>
              <a:ext cx="76335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 smtClean="0"/>
                <a:t>Help</a:t>
              </a:r>
              <a:endParaRPr lang="en-US" sz="2400" dirty="0"/>
            </a:p>
          </p:txBody>
        </p:sp>
        <p:cxnSp>
          <p:nvCxnSpPr>
            <p:cNvPr id="10" name="Straight Arrow Connector 9"/>
            <p:cNvCxnSpPr>
              <a:stCxn id="8" idx="1"/>
            </p:cNvCxnSpPr>
            <p:nvPr/>
          </p:nvCxnSpPr>
          <p:spPr>
            <a:xfrm flipH="1" flipV="1">
              <a:off x="7399421" y="2375086"/>
              <a:ext cx="1238632" cy="40300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TextBox 12"/>
            <p:cNvSpPr txBox="1"/>
            <p:nvPr/>
          </p:nvSpPr>
          <p:spPr>
            <a:xfrm>
              <a:off x="8638053" y="3181093"/>
              <a:ext cx="217412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 smtClean="0"/>
                <a:t>Pause/Continue</a:t>
              </a:r>
              <a:endParaRPr lang="en-US" sz="2400" dirty="0"/>
            </a:p>
          </p:txBody>
        </p:sp>
        <p:cxnSp>
          <p:nvCxnSpPr>
            <p:cNvPr id="15" name="Straight Arrow Connector 14"/>
            <p:cNvCxnSpPr>
              <a:stCxn id="13" idx="1"/>
            </p:cNvCxnSpPr>
            <p:nvPr/>
          </p:nvCxnSpPr>
          <p:spPr>
            <a:xfrm flipH="1" flipV="1">
              <a:off x="7640053" y="2911155"/>
              <a:ext cx="998000" cy="50077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TextBox 18"/>
            <p:cNvSpPr txBox="1"/>
            <p:nvPr/>
          </p:nvSpPr>
          <p:spPr>
            <a:xfrm>
              <a:off x="5510333" y="4607785"/>
              <a:ext cx="769185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 smtClean="0"/>
                <a:t>Next</a:t>
              </a:r>
              <a:endParaRPr lang="en-US" sz="2400" dirty="0"/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2242737" y="3434051"/>
              <a:ext cx="125316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 smtClean="0"/>
                <a:t>Previous</a:t>
              </a:r>
              <a:endParaRPr lang="en-US" sz="2400" dirty="0"/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2206199" y="2680322"/>
              <a:ext cx="135005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 smtClean="0"/>
                <a:t>Speed up</a:t>
              </a:r>
              <a:endParaRPr lang="en-US" sz="2400" dirty="0"/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1847556" y="4273425"/>
              <a:ext cx="154959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 smtClean="0"/>
                <a:t>Slow down</a:t>
              </a:r>
              <a:endParaRPr lang="en-US" sz="2400" dirty="0"/>
            </a:p>
          </p:txBody>
        </p:sp>
        <p:cxnSp>
          <p:nvCxnSpPr>
            <p:cNvPr id="24" name="Straight Arrow Connector 23"/>
            <p:cNvCxnSpPr>
              <a:stCxn id="21" idx="3"/>
            </p:cNvCxnSpPr>
            <p:nvPr/>
          </p:nvCxnSpPr>
          <p:spPr>
            <a:xfrm>
              <a:off x="3556249" y="2911155"/>
              <a:ext cx="1798794" cy="27699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Arrow Connector 25"/>
            <p:cNvCxnSpPr>
              <a:stCxn id="22" idx="3"/>
            </p:cNvCxnSpPr>
            <p:nvPr/>
          </p:nvCxnSpPr>
          <p:spPr>
            <a:xfrm flipV="1">
              <a:off x="3397147" y="3642758"/>
              <a:ext cx="1906122" cy="86150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Arrow Connector 27"/>
            <p:cNvCxnSpPr>
              <a:stCxn id="19" idx="0"/>
            </p:cNvCxnSpPr>
            <p:nvPr/>
          </p:nvCxnSpPr>
          <p:spPr>
            <a:xfrm flipH="1" flipV="1">
              <a:off x="5529713" y="3434051"/>
              <a:ext cx="365213" cy="117373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Arrow Connector 29"/>
            <p:cNvCxnSpPr/>
            <p:nvPr/>
          </p:nvCxnSpPr>
          <p:spPr>
            <a:xfrm flipV="1">
              <a:off x="3514693" y="3434051"/>
              <a:ext cx="1594267" cy="18738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3" name="TextBox 22"/>
          <p:cNvSpPr txBox="1"/>
          <p:nvPr/>
        </p:nvSpPr>
        <p:spPr>
          <a:xfrm>
            <a:off x="5829891" y="234334"/>
            <a:ext cx="615356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SimpleSlide will show a slideshow </a:t>
            </a:r>
            <a:r>
              <a:rPr lang="en-US" dirty="0" smtClean="0"/>
              <a:t>of the </a:t>
            </a:r>
            <a:r>
              <a:rPr lang="en-US" dirty="0"/>
              <a:t>image </a:t>
            </a:r>
            <a:r>
              <a:rPr lang="en-US" dirty="0" smtClean="0"/>
              <a:t>and </a:t>
            </a:r>
            <a:r>
              <a:rPr lang="en-US" dirty="0"/>
              <a:t>video files in the selected folder including any in the folders under the selected folder. If SimpleSlide is stopped/exited, when it is restarted the slide show will continue from where it stopped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25" name="TextBox 24"/>
          <p:cNvSpPr txBox="1"/>
          <p:nvPr/>
        </p:nvSpPr>
        <p:spPr>
          <a:xfrm>
            <a:off x="8594668" y="1992506"/>
            <a:ext cx="310149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/>
              <a:t>R bumper – Next folder</a:t>
            </a:r>
            <a:endParaRPr lang="en-US" sz="2400" dirty="0"/>
          </a:p>
        </p:txBody>
      </p:sp>
      <p:cxnSp>
        <p:nvCxnSpPr>
          <p:cNvPr id="27" name="Straight Arrow Connector 26"/>
          <p:cNvCxnSpPr>
            <a:stCxn id="25" idx="1"/>
          </p:cNvCxnSpPr>
          <p:nvPr/>
        </p:nvCxnSpPr>
        <p:spPr>
          <a:xfrm flipH="1" flipV="1">
            <a:off x="7399421" y="2177931"/>
            <a:ext cx="1195247" cy="454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261807" y="1992505"/>
            <a:ext cx="31103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L</a:t>
            </a:r>
            <a:r>
              <a:rPr lang="en-US" sz="2400" dirty="0" smtClean="0"/>
              <a:t> bumper – Prev folder</a:t>
            </a:r>
            <a:endParaRPr lang="en-US" sz="2400" dirty="0"/>
          </a:p>
        </p:txBody>
      </p:sp>
      <p:cxnSp>
        <p:nvCxnSpPr>
          <p:cNvPr id="31" name="Straight Arrow Connector 30"/>
          <p:cNvCxnSpPr>
            <a:stCxn id="29" idx="3"/>
          </p:cNvCxnSpPr>
          <p:nvPr/>
        </p:nvCxnSpPr>
        <p:spPr>
          <a:xfrm flipV="1">
            <a:off x="3372180" y="2177932"/>
            <a:ext cx="1104078" cy="4540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834823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197</TotalTime>
  <Words>150</Words>
  <Application>Microsoft Office PowerPoint</Application>
  <PresentationFormat>Widescreen</PresentationFormat>
  <Paragraphs>19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Robert</dc:creator>
  <cp:lastModifiedBy>Robert</cp:lastModifiedBy>
  <cp:revision>13</cp:revision>
  <dcterms:created xsi:type="dcterms:W3CDTF">2026-06-06T17:23:18Z</dcterms:created>
  <dcterms:modified xsi:type="dcterms:W3CDTF">2026-07-13T19:16:27Z</dcterms:modified>
</cp:coreProperties>
</file>